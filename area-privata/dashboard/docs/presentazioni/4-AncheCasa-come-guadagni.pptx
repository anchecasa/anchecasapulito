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Quarta storia: il primo anno di Giulia, agente come voi. La seguiamo mese per mese, con i numeri veri del listino. È un esempio, non una promessa: ma i conti sono questi.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di partire Giulia impara una regola: il 35% dell’utile, sempre. Sui servizi, sui rinnovi, sui cantieri. Solo luce, gas e telefonia non danno provvigione.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Mese uno. Giulia parte da chi conosce: cinque artigiani della sua zona. Il primo mese per loro è gratis, poi pagano l’abbonamento. Li ha registrati lei, quindi sono suoi per sempre.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Mese due. Giulia capisce come si divide il 35%. Sui servizi il 70% va a chi porta il cliente, cioè a lei. Sui cantieri si divide tra chi segnala, chi chiude e chi segue il lavoro.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Mese quattro. Giulia affilia dieci imprese come quella di Luca e porta qualche fornitore. Un’impresa a 69 euro le dà 12,36 euro al mese. Dieci imprese sono quasi 1.500 euro l’anno, e ogni anno che rinnovano li prende ancora.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Mese sei. Una cliente di Giulia vuole rifare casa: 40.000 euro di lavori. Giulia segnala, fa il sopralluogo, chiude il contratto con AncheCasa e segue il cantiere fino alla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conti: utile 7.600 euro, alla rete 2.660. Giulia ha segnalato, chiuso e seguito: prende 1.729 euro su questo solo lavoro, man mano che il cliente paga, trenta, trenta e quaranta per cento.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Mese dodici. Giulia apre Guadagni: le provvigioni mese per mese, i canoni attivi che continuano a rendere. Il suo responsabile vede le vendite, non quanto guadagna lei.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lezione di Giulia: il cliente è di chi lo registra per primo, per sempre. Ogni cliente di oggi è una provvigione anche l’anno prossimo.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