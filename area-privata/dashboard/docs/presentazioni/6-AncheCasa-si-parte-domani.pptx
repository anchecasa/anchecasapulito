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Ultima storia: il primo giorno di Marco. È entrato nella rete ieri, come voi oggi. Lo seguiamo ora per ora: è la giornata che farete domani.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Ore otto. Marco firma il contratto online. Finché non firmi, la dashboard si vede ma non si vende: per questo oggi chi è pronto firma 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Ore nove. Marco mette l’app sul telefono, fa la prova con Vedi cosa so fare e prova SuperMastro sul rubinetto di casa. Così, quando lo mostra, sa già cosa succede.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Ore dieci. Marco scrive la sua lista: cinque artigiani, cinque imprese, cinque privati con un lavoro in testa, cinque fornitori. E registra subito i primi cinque, perché il cliente è di chi arriva prima.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Ore undici. Marco entra dall’idraulico sotto casa e gli dice una frase sola: il primo mese è gratis, poi 14,90 euro, e ricevi i pronti interventi della tua zona uno alla volta. Poi gli fa vedere SuperMastro sul telefono.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Ore quindici. Una vicina vuole rifare il bagno. Marco le dice che il sopralluogo è gratis e le arriva tutto per mail, poi apre il tablet e le fa vedere. Quando vede, si fida.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Ore diciassette, l’impresa. Marco ha tre frasi pronte: una per il privato, una per l’artigiano, una per l’impresa. Imparatele 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Ore diciannove. Marco ripassa le regole che lo proteggono: il cliente è suo per sempre, nessuno vede i suoi guadagni, le ristrutturazioni si segnalano, e tutto parte per 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Ore ventuno. Marco guarda i suoi quattro numeri: crescita, clienti attivi, obiettivo, squadra ferma. Primo giorno: cinque clienti registrati, un artigiano, un sopralluogo. Non male.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Domani il primo giorno è il vostro. Adesso domande, e chi è pronto firma il contratto.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